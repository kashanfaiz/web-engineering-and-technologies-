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DD4BF">
              <a:alpha val="15000"/>
            </a:srgbClr>
          </a:solidFill>
          <a:ln w="12700">
            <a:solidFill>
              <a:srgbClr val="2DD4B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Framework for the Web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 of features, architecture,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real-world applications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Frameworks Research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Next.js?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an open-source React framework built on top of Node.js that enables developers to create fast, scalable, and production-ready web applications.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extends React by providing built-in solutions for routing, data fetching, rendering strategies, and performance optimization — all without complex configurations.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051560"/>
            <a:ext cx="3383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097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Framework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965960"/>
            <a:ext cx="3383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784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383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778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(Open Source)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3794760"/>
            <a:ext cx="3383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840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14+ (2024)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powers websites for Netflix, TikTok, Hulu, Twitch, and thousands more.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Creator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5603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(formerly Zeit)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Rauch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CA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web faster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399032"/>
            <a:ext cx="36576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06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1.0 released — SSR for React apps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8745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130552"/>
            <a:ext cx="36576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837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6 — Static export &amp; dynamic imports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6060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7288" y="2862072"/>
            <a:ext cx="36576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569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569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10 — Image optimization &amp; i18n routing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3375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7288" y="3593592"/>
            <a:ext cx="36576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300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13 — App Router &amp; React Server Components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4069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032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14/15 — Partial Pre-rendering &amp; Turbopack stable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Routing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auto-routed from directory structure — no configuration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Rendering Modes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463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SSR, SSG, ISR, and CSR all supported out of the box.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Routes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463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serverless backend endpoints directly inside the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5176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761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108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resizing, lazy loading, and modern format (WebP/AVIF) serving.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5176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761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108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TypeScript integration with zero config required.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65176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761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Refresh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45352" y="3108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during development — edits reflect without losing state.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06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106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components, hydration, CSR interactions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73352"/>
            <a:ext cx="0" cy="128016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01368"/>
            <a:ext cx="82296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Middleware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runtime — auth, redirects, A/B testing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423160"/>
            <a:ext cx="0" cy="128016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51176"/>
            <a:ext cx="82296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Pages Router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routing, layouts, loading states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172968"/>
            <a:ext cx="0" cy="128016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00984"/>
            <a:ext cx="822960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+ API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355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fetching, SSR, ISR, serverless endpoints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922776"/>
            <a:ext cx="0" cy="128016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50792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Edge Runtime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4105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Vercel, AWS Lambda, Docker, etc.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Functionality: Rendering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8229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Rendering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124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Per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490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Dashboards, personalized pages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8229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11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Site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Build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450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Blogs, docs, marketing sites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71800"/>
            <a:ext cx="822960" cy="777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71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Static Regen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Background refresh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4107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News, e-commerce, catalogs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31920"/>
            <a:ext cx="82296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Rendering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Runtime in browser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Highly interactive SPAs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18.17 or higher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npm, yarn, or pnpm package manager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editor (VS Code recommended)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297680" cy="777240"/>
          </a:xfrm>
          <a:prstGeom prst="rect">
            <a:avLst/>
          </a:prstGeom>
          <a:solidFill>
            <a:srgbClr val="0F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60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Create new project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create-next-app@latest my-app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4297680" cy="777240"/>
          </a:xfrm>
          <a:prstGeom prst="rect">
            <a:avLst/>
          </a:prstGeom>
          <a:solidFill>
            <a:srgbClr val="0F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75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Navigate to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834640"/>
            <a:ext cx="4297680" cy="777240"/>
          </a:xfrm>
          <a:prstGeom prst="rect">
            <a:avLst/>
          </a:prstGeom>
          <a:solidFill>
            <a:srgbClr val="0F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895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Run development server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4297680" cy="777240"/>
          </a:xfrm>
          <a:prstGeom prst="rect">
            <a:avLst/>
          </a:prstGeom>
          <a:solidFill>
            <a:srgbClr val="0F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8039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Open in browser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During setup, Next.js will ask if you want TypeScript, Tailwind CSS, ESLint, and the App Router — all recommended for new projects.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457200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app/products/page.tsx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572000" cy="27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Component — runs on the server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7218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ProductsPage() {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'https://api.example.com/products',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next: { revalidate: 60 } } // ISR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1671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34086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products = await res.json();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68833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{products.map(p =&gt; (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20954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 key={p.id}&gt;{p.name}&lt;/li&gt;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3832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55701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9044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07822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ProductsPage;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896112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896112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969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Component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server — zero JS sent to client for data fetching.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1883664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88366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2267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directly in the component body without useEffect.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2871216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87121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 via revalidate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3255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response and regenerates every 60 seconds automatically.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0" y="3858768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38587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Return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42428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standard React JSX that Next.js renders to HTML.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63624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rendering: SSR, SSG, ISR, CSR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3055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TypeScript &amp; CSS Modules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97480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image &amp; font optimization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264408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36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is intuitive &amp; fast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31336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039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ecosystem &amp; Vercel hosting support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398264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70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community &amp; frequent updates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Disadvantages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1563624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 vs plain React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029968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2130552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 — less freedom in structure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596896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697480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complexity for small projects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163824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6048" y="3264408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236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on serverless deployments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3730752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3831336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039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 with Vercel platform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46320" y="4297680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6048" y="4398264"/>
            <a:ext cx="228600" cy="22860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4370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major version changes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96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10149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3990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creator portals built with Next.js for fast page loads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96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Hulu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0149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3990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and auth pages use Next.js SSR for SEO and performance.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9601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996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10149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9048" y="13990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dashboards and discovery pages leverage ISR for fresh content.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603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48840" y="26151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29992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web UI and docs sections migrated to Next.js App Router.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5603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26151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29992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and marketing site built with Next.js static generation.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2560320"/>
            <a:ext cx="26517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18120" y="26151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9048" y="299923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pages use ISR to balance freshness and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has established itself as one of the most powerful and versatile frameworks for modern web development. By combining the component model of React with robust server-side capabilities, it empowers developers to build everything from simple static blogs to complex, data-driven enterprise applications.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Vercel with a strong open-source community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rendering options suit any use case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production by global companies at massive scale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evolve rapidly with the web platform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— Build the Future of the Web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Framework</dc:title>
  <dc:subject>PptxGenJS Presentation</dc:subject>
  <dc:creator>PptxGenJS</dc:creator>
  <cp:lastModifiedBy>PptxGenJS</cp:lastModifiedBy>
  <cp:revision>1</cp:revision>
  <dcterms:created xsi:type="dcterms:W3CDTF">2026-05-09T14:42:12Z</dcterms:created>
  <dcterms:modified xsi:type="dcterms:W3CDTF">2026-05-09T14:42:12Z</dcterms:modified>
</cp:coreProperties>
</file>